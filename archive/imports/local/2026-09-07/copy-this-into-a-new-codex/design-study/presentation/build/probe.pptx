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22fb89316e4cbb" /><Relationship Type="http://schemas.openxmlformats.org/officeDocument/2006/relationships/extended-properties" Target="/docProps/app.xml" Id="R9f5297f318334756" /><Relationship Type="http://schemas.openxmlformats.org/officeDocument/2006/relationships/officeDocument" Target="/ppt/presentation.xml" Id="Rd62d78b0556440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4b73650fc540dc"/>
  </p:sldMasterIdLst>
  <p:notesMasterIdLst>
    <p:notesMasterId xmlns:r="http://schemas.openxmlformats.org/officeDocument/2006/relationships" r:id="R47bb595351254933"/>
  </p:notesMasterIdLst>
  <p:sldIdLst>
    <p:sldId xmlns:r="http://schemas.openxmlformats.org/officeDocument/2006/relationships" id="256" r:id="Rd63ed446a26949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4591359fa4e81" /><Relationship Type="http://schemas.openxmlformats.org/officeDocument/2006/relationships/slideMaster" Target="/ppt/slideMasters/slideMaster1.xml" Id="R194b73650fc540dc" /><Relationship Type="http://schemas.openxmlformats.org/officeDocument/2006/relationships/notesMaster" Target="/ppt/notesMasters/notesMaster1.xml" Id="R47bb595351254933" /><Relationship Type="http://schemas.openxmlformats.org/officeDocument/2006/relationships/presProps" Target="/ppt/presProps.xml" Id="R71cb077335b54695" /><Relationship Type="http://schemas.openxmlformats.org/officeDocument/2006/relationships/tableStyles" Target="/ppt/tableStyles.xml" Id="Rebb2d1527e7742e8" /><Relationship Type="http://schemas.openxmlformats.org/officeDocument/2006/relationships/slide" Target="/ppt/slides/slide1.xml" Id="Rd63ed446a269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5e4452059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c059dcc8b43a1" /><Relationship Type="http://schemas.openxmlformats.org/officeDocument/2006/relationships/notesMaster" Target="/ppt/notesMasters/notesMaster1.xml" Id="R1a221cc5342f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4559fc77a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f21b0531c44eaf" /><Relationship Type="http://schemas.openxmlformats.org/officeDocument/2006/relationships/slideLayout" Target="/ppt/slideLayouts/slideLayout1.xml" Id="R3b48ec039f064a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8ec039f064a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8216c93f84ddd" /><Relationship Type="http://schemas.openxmlformats.org/officeDocument/2006/relationships/notesSlide" Target="/ppt/notesSlides/notesSlide1.xml" Id="Rc268f00eecc244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398BC-313E-4649-A40C-BC5A4353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4500">
                <a:solidFill>
                  <a:srgbClr val="142735"/>
                </a:solidFill>
                <a:latin typeface="Arial"/>
                <a:ea typeface="Arial"/>
                <a:cs typeface="Arial"/>
              </a:rPr>
              <a:t>Design field guide</a:t>
            </a:r>
          </a:p>
        </p:txBody>
      </p:sp>
    </p:spTree>
    <p:extLst>
      <p:ext uri="{BB962C8B-B14F-4D97-AF65-F5344CB8AC3E}">
        <p14:creationId xmlns:p14="http://schemas.microsoft.com/office/powerpoint/2010/main" val="743558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2026-09-08T08:50:14.3330000Z</dcterms:created>
  <dcterms:modified xsi:type="dcterms:W3CDTF">2026-09-08T08:50:14.3330000Z</dcterms:modified>
</coreProperties>
</file>